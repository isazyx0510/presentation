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33A7-2DE7-BFE8-5164-5C7101D6D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C9D48-88E4-2586-DB43-B2F896653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BBF5-DB93-3B0B-8C23-8596DC40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9C6C7-2961-C3CE-F8D9-D4E9E2A7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6F500-2604-14D6-02E5-609C3D42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B7EB-3056-7DD9-E9E4-051DDBDB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190B-5931-D1FC-10A0-95EF3EFF3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D6820-2D76-EEEE-F0BD-012DBD07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2B175-3A81-43DC-4194-94ACF97B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9D786-7ED2-84AA-F6ED-B8C6D52A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2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2638-39A1-A7F0-E197-FFB99D54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8F5A-AAC3-551A-1ED2-E8C26284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A1C93-E4CE-0713-2D62-C15FCCEC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5D10-8226-6413-9B1B-971B2EE1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A57C5-5E73-B422-D6B2-C4A309E7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5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E68E-1AE5-CE07-51B7-7CC0B8BF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101F1-7561-69DD-1022-B5DBA23D8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7680C-854C-B035-665D-96E63C52C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F8D09-54B2-E963-FB42-F158DFEC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683CC-9BCE-CF40-EBB9-9E793356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BDD2D-6DA2-2B28-A9FE-613D8098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9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CE32-BF3B-E000-221B-C0E5C5B2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800A-36DB-847C-BAC7-7663709F4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6C691-9DBB-650E-07BF-15729088C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FB73E-D5FF-45E6-65AA-9B5113AE8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DA016-05A9-6676-8610-6E1055CF7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ECA3B-175A-B9A2-8DF9-1E68B02B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038701-7FED-D8C8-0203-6697D227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767B1-8234-B843-9099-21A1FA8E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9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8D9E-6C38-918E-D7FE-109F1C36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B9856-B051-B4D6-8831-80B44CAA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36687-1242-7F46-050B-4B8F7283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7D8C5-9A33-F313-7CAD-62C3B6F2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9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EF145-25DB-E6BB-9046-18702B9B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B609EB-AA4E-38AB-99C6-BAB6BB00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EEB5-7043-785E-D459-EFC4D227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5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949E-57B0-0374-6054-AA7BDE3B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4BC7-94F8-73F1-50CB-1161B00B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98F9C-17AB-DE68-0147-8DE357004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FCC2A-0648-DE17-D86A-9B8BEC1E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82D73-9A25-0842-EAD4-BF8F7FF7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F8232-D901-08C9-03A8-6E14A166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E1CC-9CFE-8FA8-DA78-1C8B7637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5D4C6B-156A-3567-59EA-E4CEAE29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B710F-C918-2A57-D128-02D4829D5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CDC8D-0149-D79D-AAE6-0A400F69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645BD-F8BE-648C-8D6A-96BAE21E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9F519-4FF5-1DA5-35FD-845662FD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0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5B56-28D2-838C-710F-D892FF77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1BAA3-F739-074C-CFC1-8BA06E18D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8D75-865B-30B0-9F99-852D8B71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74E2-7C91-10A2-D616-FBFEC7D4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EB8C-0D61-7955-CE3B-A38EED30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2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811C1-8AA7-E41E-2CB4-99563B13A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BA852-C1FD-4DF8-7B29-29259A2DE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53CDF-C443-2C05-D5F2-10AFD535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77308-0C1B-1D41-2934-B7904740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D8827-7DEF-60A2-4438-B25BFA5C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8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6B244-DB1C-CDD2-B21D-4396DEF2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8E32A-55AF-F4E6-6D88-8B19576B7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6871-2053-95A6-1C77-2DB945B62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129F6-B613-4B36-BCED-BAD65F472B0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F94F2-8A80-188B-0732-F37098401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CD496-265A-7646-EBF7-F7B3FDDC2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23CA5-26AC-4052-9286-012EE91F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8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9401-74FD-7D0D-3A4F-E02BF0293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46D08-2F8F-CABE-8F3A-43DDEBE8F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23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Yixin Zhang</dc:creator>
  <cp:lastModifiedBy>Yixin Zhang</cp:lastModifiedBy>
  <cp:revision>1</cp:revision>
  <dcterms:created xsi:type="dcterms:W3CDTF">2026-05-28T07:04:02Z</dcterms:created>
  <dcterms:modified xsi:type="dcterms:W3CDTF">2026-05-28T07:04:24Z</dcterms:modified>
</cp:coreProperties>
</file>